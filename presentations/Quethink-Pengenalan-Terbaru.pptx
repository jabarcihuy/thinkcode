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722fa986a14b24" /><Relationship Type="http://schemas.openxmlformats.org/officeDocument/2006/relationships/extended-properties" Target="/docProps/app.xml" Id="Ra91096d7251542d0" /><Relationship Type="http://schemas.openxmlformats.org/officeDocument/2006/relationships/officeDocument" Target="/ppt/presentation.xml" Id="R3dd4916cb941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5d8f09b462425c"/>
  </p:sldMasterIdLst>
  <p:notesMasterIdLst>
    <p:notesMasterId xmlns:r="http://schemas.openxmlformats.org/officeDocument/2006/relationships" r:id="R7a182b969dfa4a69"/>
  </p:notesMasterIdLst>
  <p:sldIdLst>
    <p:sldId xmlns:r="http://schemas.openxmlformats.org/officeDocument/2006/relationships" id="256" r:id="R46cfc689e333439b"/>
    <p:sldId xmlns:r="http://schemas.openxmlformats.org/officeDocument/2006/relationships" id="257" r:id="Re577a197c6b34e47"/>
    <p:sldId xmlns:r="http://schemas.openxmlformats.org/officeDocument/2006/relationships" id="258" r:id="R4fb47e2817774312"/>
    <p:sldId xmlns:r="http://schemas.openxmlformats.org/officeDocument/2006/relationships" id="259" r:id="R764568aad676476f"/>
    <p:sldId xmlns:r="http://schemas.openxmlformats.org/officeDocument/2006/relationships" id="260" r:id="Rb7351df9014f47b3"/>
    <p:sldId xmlns:r="http://schemas.openxmlformats.org/officeDocument/2006/relationships" id="261" r:id="R10d4cf08160b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99cb25681e49b8" /><Relationship Type="http://schemas.openxmlformats.org/officeDocument/2006/relationships/slideMaster" Target="/ppt/slideMasters/slideMaster1.xml" Id="Ra95d8f09b462425c" /><Relationship Type="http://schemas.openxmlformats.org/officeDocument/2006/relationships/notesMaster" Target="/ppt/notesMasters/notesMaster1.xml" Id="R7a182b969dfa4a69" /><Relationship Type="http://schemas.openxmlformats.org/officeDocument/2006/relationships/presProps" Target="/ppt/presProps.xml" Id="R5b81c5bdceef4aa3" /><Relationship Type="http://schemas.openxmlformats.org/officeDocument/2006/relationships/tableStyles" Target="/ppt/tableStyles.xml" Id="R4d5f071ca4e94ef0" /><Relationship Type="http://schemas.openxmlformats.org/officeDocument/2006/relationships/slide" Target="/ppt/slides/slide1.xml" Id="R46cfc689e333439b" /><Relationship Type="http://schemas.openxmlformats.org/officeDocument/2006/relationships/slide" Target="/ppt/slides/slide2.xml" Id="Re577a197c6b34e47" /><Relationship Type="http://schemas.openxmlformats.org/officeDocument/2006/relationships/slide" Target="/ppt/slides/slide3.xml" Id="R4fb47e2817774312" /><Relationship Type="http://schemas.openxmlformats.org/officeDocument/2006/relationships/slide" Target="/ppt/slides/slide4.xml" Id="R764568aad676476f" /><Relationship Type="http://schemas.openxmlformats.org/officeDocument/2006/relationships/slide" Target="/ppt/slides/slide5.xml" Id="Rb7351df9014f47b3" /><Relationship Type="http://schemas.openxmlformats.org/officeDocument/2006/relationships/slide" Target="/ppt/slides/slide6.xml" Id="R10d4cf08160b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6b450cff0044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97d226aac411b" /><Relationship Type="http://schemas.openxmlformats.org/officeDocument/2006/relationships/notesMaster" Target="/ppt/notesMasters/notesMaster1.xml" Id="Rbd0a22156424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8681df27eb4dc3" /><Relationship Type="http://schemas.openxmlformats.org/officeDocument/2006/relationships/notesMaster" Target="/ppt/notesMasters/notesMaster1.xml" Id="R8ceb5a76f4024a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b8f121b71e4664" /><Relationship Type="http://schemas.openxmlformats.org/officeDocument/2006/relationships/notesMaster" Target="/ppt/notesMasters/notesMaster1.xml" Id="Rf36f473ba5ac4c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415304a2d4ed1" /><Relationship Type="http://schemas.openxmlformats.org/officeDocument/2006/relationships/notesMaster" Target="/ppt/notesMasters/notesMaster1.xml" Id="Re26fd80ec887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d3cc950da419c" /><Relationship Type="http://schemas.openxmlformats.org/officeDocument/2006/relationships/notesMaster" Target="/ppt/notesMasters/notesMaster1.xml" Id="R66ec6613ae11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082a703c0d4464" /><Relationship Type="http://schemas.openxmlformats.org/officeDocument/2006/relationships/notesMaster" Target="/ppt/notesMasters/notesMaster1.xml" Id="R6e8804ddf537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Quethink adalah platform belajar basis data untuk mahasiswa pemula. Posisi produk: Interactive Database Learning Lab. Sumber: docs/AGENTS.md; docs/10-DESIGN_SYSTEM.md. Logo dan diagram: aset resmi proyek, bukan ilustrasi pihak ketiga.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Sasaran utama: mahasiswa Informatika semester awal yang baru mengenal basis data. Ini sasaran produk, bukan klaim hasil penelitian. Tujuan mengikuti kurikulum Relasi → Read → Write. Sumber: docs/AGENTS.md; docs/04-CURRICULUM.md.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Tidak ada Tes Awal dalam alur aktif. Setiap materi dibaca, lalu Lab inti wajib dituntaskan untuk membuka materi berikutnya. Video bersifat pendamping dan hanya tersedia pada beberapa materi. Materi/PDF terpisah dari Lab. Sumber: docs/03-LEARNING_SYSTEM.md; docs/AGENTS.md. Diagram query: aset resmi public/assets/quethink/query-filter.svg.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SQLab adalah eksplorasi mandiri, terpisah dari Lab wajib. Pengguna meminta rancangan, AI mengembalikan skema dan contoh data sintetis; pengguna meninjau lalu menerapkan secara eksplisit. Bisa mengedit tabel, relasi, data dan mencoba query. Draft/data lokal, bukan database produksi. Screenshot aktual UI Indonesia mode tamu tanggal 8 Oktober 2026; tidak ada panggilan provider pada capture. Sumber: src/features/sqlab/components; docs/AGENTS.md.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Chatbot menggunakan konteks materi aktif. Tutor memberi petunjuk bertahap; solusi lengkap hanya atas permintaan eksplisit. Jangan klaim selalu benar. Forum mendukung diskusi basis data dan umum. Akun dapat membuat topik/balasan, tamu hanya membaca. AI dan Forum tidak tersedia saat asesmen aktif. Screenshot aktual panel tutor kosong mode tamu, bukan jawaban AI yang dihasilkan. Sumber: docs/05-AI_AGENT.md; docs/planning/2026-10-08-forum.md.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Tantangan Akhir terbuka setelah semua materi wajib dan Lab inti tuntas. Lulus &gt;=75; nilai dihitung server, AI tidak aktif saat tes. Progres akun di Supabase/cloud; progres tamu hanya perangkat, hasil tidak resmi. Mobile first, antarmuka bilingual English default dan Indonesia. Sumber: docs/AGENTS.md; docs/03-LEARNING_SYSTEM.md; docs/11-SECURITY.md. URL milik proyek: https://www.barlabs.my.id, bukan bukti efektivitas produk.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78f3a2cd845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16d84e41e4d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1c083c0bc43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985cc25ab4f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488441a4a4a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c817403b0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450C46-5510-44B4-B4D5-4E2503133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A12FD6-E6E8-4FAC-B9DE-96B2A88CDE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25DBEF-DD60-480D-81C3-0B6E1F4FE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63630C-A3EB-451A-BAE0-812EE6A55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AC4E47-1C36-4077-B28A-6A9034F94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68C6CD-D7BC-4E44-85CD-34F29E890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042F1F-0793-40CA-9C2A-0662B23698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557755-0BAB-4612-A117-DB9207CAFE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86F70-7988-4B9A-99DC-EF7D5A543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711EA3-565F-4B28-9785-28DE2BF07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3b3de5aab04cc4" /><Relationship Type="http://schemas.openxmlformats.org/officeDocument/2006/relationships/slideLayout" Target="/ppt/slideLayouts/slideLayout1.xml" Id="R947f7fc964d24800" /><Relationship Type="http://schemas.openxmlformats.org/officeDocument/2006/relationships/slideLayout" Target="/ppt/slideLayouts/slideLayout2.xml" Id="Re41e54cf7cad4b9f" /><Relationship Type="http://schemas.openxmlformats.org/officeDocument/2006/relationships/slideLayout" Target="/ppt/slideLayouts/slideLayout3.xml" Id="Rcceba7e19364452a" /><Relationship Type="http://schemas.openxmlformats.org/officeDocument/2006/relationships/slideLayout" Target="/ppt/slideLayouts/slideLayout4.xml" Id="R7bb7236b30c54c5e" /><Relationship Type="http://schemas.openxmlformats.org/officeDocument/2006/relationships/slideLayout" Target="/ppt/slideLayouts/slideLayout5.xml" Id="R5849fa0418754268" /><Relationship Type="http://schemas.openxmlformats.org/officeDocument/2006/relationships/slideLayout" Target="/ppt/slideLayouts/slideLayout6.xml" Id="R271a00839a6e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7f7fc964d24800"/>
    <p:sldLayoutId xmlns:r="http://schemas.openxmlformats.org/officeDocument/2006/relationships" id="2147483650" r:id="Re41e54cf7cad4b9f"/>
    <p:sldLayoutId xmlns:r="http://schemas.openxmlformats.org/officeDocument/2006/relationships" id="2147483651" r:id="Rcceba7e19364452a"/>
    <p:sldLayoutId xmlns:r="http://schemas.openxmlformats.org/officeDocument/2006/relationships" id="2147483652" r:id="R7bb7236b30c54c5e"/>
    <p:sldLayoutId xmlns:r="http://schemas.openxmlformats.org/officeDocument/2006/relationships" id="2147483653" r:id="R5849fa0418754268"/>
    <p:sldLayoutId xmlns:r="http://schemas.openxmlformats.org/officeDocument/2006/relationships" id="2147483654" r:id="R271a00839a6e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694929aea4900" /><Relationship Type="http://schemas.openxmlformats.org/officeDocument/2006/relationships/image" Target="/ppt/media/image.png" Id="Re17d5860bb5a433f" /><Relationship Type="http://schemas.openxmlformats.org/officeDocument/2006/relationships/image" Target="/ppt/media/image.svg" Id="R954df72402494959" /><Relationship Type="http://schemas.openxmlformats.org/officeDocument/2006/relationships/image" Target="/ppt/media/image2.png" Id="R45387d8ac6b04b33" /><Relationship Type="http://schemas.openxmlformats.org/officeDocument/2006/relationships/image" Target="/ppt/media/image2.svg" Id="Ra90c35a7ca3e44dd" /><Relationship Type="http://schemas.openxmlformats.org/officeDocument/2006/relationships/notesSlide" Target="/ppt/notesSlides/notesSlide1.xml" Id="Rd1f69bd82c6c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dda9b8d7b43db" /><Relationship Type="http://schemas.openxmlformats.org/officeDocument/2006/relationships/notesSlide" Target="/ppt/notesSlides/notesSlide2.xml" Id="Rcc1af309beb8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c30cf12ee4422" /><Relationship Type="http://schemas.openxmlformats.org/officeDocument/2006/relationships/image" Target="/ppt/media/image3.png" Id="R1583cdb328334b89" /><Relationship Type="http://schemas.openxmlformats.org/officeDocument/2006/relationships/image" Target="/ppt/media/image3.svg" Id="R7c6f7bb9c8564d34" /><Relationship Type="http://schemas.openxmlformats.org/officeDocument/2006/relationships/notesSlide" Target="/ppt/notesSlides/notesSlide3.xml" Id="R1324a246b9ec40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5613b4a744052" /><Relationship Type="http://schemas.openxmlformats.org/officeDocument/2006/relationships/image" Target="/ppt/media/image4.png" Id="R711492d071434516" /><Relationship Type="http://schemas.openxmlformats.org/officeDocument/2006/relationships/notesSlide" Target="/ppt/notesSlides/notesSlide4.xml" Id="R6198489b67cf4c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b6c2318d04f8b" /><Relationship Type="http://schemas.openxmlformats.org/officeDocument/2006/relationships/image" Target="/ppt/media/image5.png" Id="Rdaa7c2ac042e44cd" /><Relationship Type="http://schemas.openxmlformats.org/officeDocument/2006/relationships/notesSlide" Target="/ppt/notesSlides/notesSlide5.xml" Id="R0d0baf67cfdd40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375b73a4f48b1" /><Relationship Type="http://schemas.openxmlformats.org/officeDocument/2006/relationships/image" Target="/ppt/media/image6.png" Id="R674dc893dc25440f" /><Relationship Type="http://schemas.openxmlformats.org/officeDocument/2006/relationships/image" Target="/ppt/media/image4.svg" Id="R590466eac9644443" /><Relationship Type="http://schemas.openxmlformats.org/officeDocument/2006/relationships/notesSlide" Target="/ppt/notesSlides/notesSlide6.xml" Id="R5fe70571e55d4c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FBEFB-DA9A-4296-BF86-69753C949E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d5860bb5a433f">
            <a:extLst>
              <a:ext uri="{96DAC541-7B7A-43D3-8B79-37D633B846F1}">
                <asvg:svgBlip xmlns:asvg="http://schemas.microsoft.com/office/drawing/2016/SVG/main" r:embed="R954df724024949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514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D97C3-F977-4842-AE82-25F2D4F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Quethink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FDBD6-8951-4475-8195-7DA3C62D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Belajar basis data</a:t>
            </a:r>
          </a:p>
          <a:p xmlns:a="http://schemas.openxmlformats.org/drawingml/2006/main">
            <a:pPr>
              <a:defRPr sz="51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lewat query dan</a:t>
            </a:r>
          </a:p>
          <a:p xmlns:a="http://schemas.openxmlformats.org/drawingml/2006/main">
            <a:pPr>
              <a:defRPr sz="51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visualisasi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58A5-6779-4A83-BB73-5AF9E07A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681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Interactive Database Learning Lab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64259-22D9-4F23-ABF9-2004C5865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87d8ac6b04b33">
            <a:extLst>
              <a:ext uri="{96DAC541-7B7A-43D3-8B79-37D633B846F1}">
                <asvg:svgBlip xmlns:asvg="http://schemas.microsoft.com/office/drawing/2016/SVG/main" r:embed="Ra90c35a7ca3e44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00950" y="2419350"/>
            <a:ext cx="4000500" cy="1800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51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651EA-3E11-4770-B2C4-38548FF7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Untuk mahasiswa yang baru belajar basis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BC00A-FD93-456D-A9AB-71127BA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Target pengguna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78815-C3D0-450A-900F-50D2D13B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495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Mahasiswa Informatika</a:t>
            </a:r>
          </a:p>
          <a:p xmlns:a="http://schemas.openxmlformats.org/drawingml/2006/main">
            <a:pPr>
              <a:defRPr sz="3225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semester awal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12C49-BC5F-4FA7-BCA9-B89C517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686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Belajar mandiri atau pendamping</a:t>
            </a:r>
          </a:p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pembelajaran di kelas.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C850A-096E-489D-BA79-24943FE9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0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37C54-29CF-4E0A-A15F-20A36AA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520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Memahami tabel dan relasi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EDC68-31CE-49B1-9F18-AEDAF94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00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Membaca serta menggabungkan data</a:t>
            </a:r>
          </a:p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dengan 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7E76D-2179-42CF-AC07-4452D93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520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Mengubah data secara aman</a:t>
            </a:r>
          </a:p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dan menjelaskan hasil query.</a:t>
            </a:r>
          </a:p>
        </p:txBody>
      </p:sp>
    </p:spTree>
    <p:extLst>
      <p:ext uri="{BB962C8B-B14F-4D97-AF65-F5344CB8AC3E}">
        <p14:creationId xmlns:p14="http://schemas.microsoft.com/office/powerpoint/2010/main" val="424060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67AE7-40D6-4A29-8E11-812A954E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Alur belajar yang terarah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79375-36A2-4DF9-9EB3-657A260C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98B9C-B2E8-489F-85F0-3C4BC6F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Materi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FC2EF-8519-4338-8B15-FA79FF10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86025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Baca konsep; unduh PDF atau tonton video yang tersedia.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C6FE6-126E-4068-9B84-9A8C0482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0FBD3-468A-4CE8-AC24-A28FFFA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480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Lab Materi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74688-548E-45C7-B319-2C0B4052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62375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Amati tabel, coba query, lalu kerjakan latihan inti.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31A70-CC28-4260-8DAD-3217CCB7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7D135-2826-4120-AE65-06AE456A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243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Materi berikutnya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77878-3BB7-408A-A25E-557A3E17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38725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Terbuka setelah bacaan dan Lab inti selesai.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CE228-E4C9-48A1-B5DE-3B8FBDE1D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3cdb328334b89">
            <a:extLst>
              <a:ext uri="{96DAC541-7B7A-43D3-8B79-37D633B846F1}">
                <asvg:svgBlip xmlns:asvg="http://schemas.microsoft.com/office/drawing/2016/SVG/main" r:embed="R7c6f7bb9c8564d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15325" y="1828800"/>
            <a:ext cx="3238500" cy="424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F897E-3635-42A7-85ED-3BE1E0A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SQLab: buat database bersama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10E3D-99A4-42F2-A807-6675F0E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Ceritakan kebutuhanmu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071B5-1E3E-4E37-89CB-46E1CB9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771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AI menyusun tabel, relasi,</a:t>
            </a:r>
          </a:p>
          <a:p xmlns:a="http://schemas.openxmlformats.org/drawingml/2006/main">
            <a:pPr>
              <a:defRPr sz="2100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dan contoh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424C4-82EB-48F8-A845-FAD2B5E3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771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Tinjau → terapkan →</a:t>
            </a:r>
          </a:p>
          <a:p xmlns:a="http://schemas.openxmlformats.org/drawingml/2006/main">
            <a:pPr>
              <a:defRPr sz="225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ubah → coba 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BB9A7-C336-451F-8EA8-D704092F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77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Rancangan tetap dalam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kendali pengguna.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7DC2E-0BE2-4A00-B966-231A44B78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492d071434516"/>
          <a:stretch xmlns:a="http://schemas.openxmlformats.org/drawingml/2006/main"/>
        </p:blipFill>
        <p:spPr>
          <a:xfrm xmlns:a="http://schemas.openxmlformats.org/drawingml/2006/main">
            <a:off x="4857750" y="2041815"/>
            <a:ext cx="6724650" cy="3460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81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15934-3C91-4CCD-8F76-5D70665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Pendamping saat menemui kesulitan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2DABA-E6CC-4196-B169-864D9AFD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Chatbot kontekstual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5DB78-BA5E-4DB5-8D56-5AEF7DA4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Tanyakan konsep, query,</a:t>
            </a:r>
          </a:p>
          <a:p xmlns:a="http://schemas.openxmlformats.org/drawingml/2006/main">
            <a:pPr>
              <a:defRPr sz="2250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error, atau hasilnya.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79ADA-EAB7-44BA-9EAD-502C05C6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Petunjuk bertahap agar</a:t>
            </a:r>
          </a:p>
          <a:p xmlns:a="http://schemas.openxmlformats.org/drawingml/2006/main">
            <a:pPr>
              <a:defRPr sz="210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pengguna mencoba lagi.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E3169-5DFC-4C36-B4A9-9B04E248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Forum diskusi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7B700-3291-458D-8D6F-C8C20B98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Tanya jawab basis data</a:t>
            </a:r>
          </a:p>
          <a:p xmlns:a="http://schemas.openxmlformats.org/drawingml/2006/main">
            <a:pPr>
              <a:defRPr sz="187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dan diskusi umum.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C4FE1-878C-463F-8A2A-1D974958F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7c2ac042e44cd"/>
          <a:stretch xmlns:a="http://schemas.openxmlformats.org/drawingml/2006/main"/>
        </p:blipFill>
        <p:spPr>
          <a:xfrm xmlns:a="http://schemas.openxmlformats.org/drawingml/2006/main">
            <a:off x="5563605" y="1857375"/>
            <a:ext cx="6017791" cy="3924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16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0A87F-8999-4766-86DA-3D7C8040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Tantangan Akhir dan akses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C5786-E368-4ECB-B625-A648E9C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Tantangan 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ADE2D-810D-492B-9D1A-3D9C863F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524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Uji pemahaman setelah seluruh</a:t>
            </a:r>
          </a:p>
          <a:p xmlns:a="http://schemas.openxmlformats.org/drawingml/2006/main">
            <a:pPr>
              <a:defRPr sz="2325" b="0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materi dan Lab inti selesai.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7FEE2-063B-4E40-A6D9-AA40DCE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223D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5223D"/>
                </a:solidFill>
                <a:latin typeface="Calibri"/>
                <a:ea typeface="Calibri"/>
                <a:cs typeface="Calibri"/>
              </a:rPr>
              <a:t>Lulus ≥75 · AI nonaktif saat 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B4B77-E093-4980-A09F-F65921DB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6334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Akun: progres cloud</a:t>
            </a:r>
          </a:p>
          <a:p xmlns:a="http://schemas.openxmlformats.org/drawingml/2006/main">
            <a:pPr>
              <a:defRPr sz="2025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Tamu: progres di perangkat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3DEB4-F0D0-447C-876A-479D12910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dc893dc25440f">
            <a:extLst>
              <a:ext uri="{96DAC541-7B7A-43D3-8B79-37D633B846F1}">
                <asvg:svgBlip xmlns:asvg="http://schemas.microsoft.com/office/drawing/2016/SVG/main" r:embed="R590466eac96444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01125" y="2047875"/>
            <a:ext cx="220980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98BC1-62BF-44CD-9BF2-CFA175B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Ponsel dan laptop</a:t>
            </a:r>
          </a:p>
          <a:p xmlns:a="http://schemas.openxmlformats.org/drawingml/2006/main">
            <a:pPr>
              <a:defRPr sz="1950" b="0">
                <a:solidFill>
                  <a:srgbClr val="625E7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25E78"/>
                </a:solidFill>
                <a:latin typeface="Calibri"/>
                <a:ea typeface="Calibri"/>
                <a:cs typeface="Calibri"/>
              </a:rPr>
              <a:t>English / Indonesia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3F8A-50FE-4609-8D9C-3F006860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F46E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www.barlabs.my.id</a:t>
            </a:r>
          </a:p>
        </p:txBody>
      </p:sp>
    </p:spTree>
    <p:extLst>
      <p:ext uri="{BB962C8B-B14F-4D97-AF65-F5344CB8AC3E}">
        <p14:creationId xmlns:p14="http://schemas.microsoft.com/office/powerpoint/2010/main" val="1451180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2026-10-08T06:33:53.9180000Z</dcterms:created>
  <dcterms:modified xsi:type="dcterms:W3CDTF">2026-10-08T06:33:53.9190000Z</dcterms:modified>
</coreProperties>
</file>