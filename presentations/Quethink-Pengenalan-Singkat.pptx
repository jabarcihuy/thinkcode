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f2b9f6d1d34bdd" /><Relationship Type="http://schemas.openxmlformats.org/officeDocument/2006/relationships/extended-properties" Target="/docProps/app.xml" Id="R24c9a210b623414c" /><Relationship Type="http://schemas.openxmlformats.org/officeDocument/2006/relationships/officeDocument" Target="/ppt/presentation.xml" Id="R020ab4ce784a4b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26ae7146c4f69"/>
  </p:sldMasterIdLst>
  <p:notesMasterIdLst>
    <p:notesMasterId xmlns:r="http://schemas.openxmlformats.org/officeDocument/2006/relationships" r:id="R97dbacc23c654c52"/>
  </p:notesMasterIdLst>
  <p:sldIdLst>
    <p:sldId xmlns:r="http://schemas.openxmlformats.org/officeDocument/2006/relationships" id="256" r:id="Rb46a8403ba044440"/>
    <p:sldId xmlns:r="http://schemas.openxmlformats.org/officeDocument/2006/relationships" id="257" r:id="R32ae281a59544411"/>
    <p:sldId xmlns:r="http://schemas.openxmlformats.org/officeDocument/2006/relationships" id="258" r:id="R17930e43b4fa4a75"/>
    <p:sldId xmlns:r="http://schemas.openxmlformats.org/officeDocument/2006/relationships" id="259" r:id="R9099aa44cf3941bd"/>
    <p:sldId xmlns:r="http://schemas.openxmlformats.org/officeDocument/2006/relationships" id="260" r:id="Re805222fbcb943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aeb23afd724a6e" /><Relationship Type="http://schemas.openxmlformats.org/officeDocument/2006/relationships/slideMaster" Target="/ppt/slideMasters/slideMaster1.xml" Id="Rdd026ae7146c4f69" /><Relationship Type="http://schemas.openxmlformats.org/officeDocument/2006/relationships/notesMaster" Target="/ppt/notesMasters/notesMaster1.xml" Id="R97dbacc23c654c52" /><Relationship Type="http://schemas.openxmlformats.org/officeDocument/2006/relationships/presProps" Target="/ppt/presProps.xml" Id="Rc7414134a4b040d2" /><Relationship Type="http://schemas.openxmlformats.org/officeDocument/2006/relationships/tableStyles" Target="/ppt/tableStyles.xml" Id="R64f317a2f9824734" /><Relationship Type="http://schemas.openxmlformats.org/officeDocument/2006/relationships/slide" Target="/ppt/slides/slide1.xml" Id="Rb46a8403ba044440" /><Relationship Type="http://schemas.openxmlformats.org/officeDocument/2006/relationships/slide" Target="/ppt/slides/slide2.xml" Id="R32ae281a59544411" /><Relationship Type="http://schemas.openxmlformats.org/officeDocument/2006/relationships/slide" Target="/ppt/slides/slide3.xml" Id="R17930e43b4fa4a75" /><Relationship Type="http://schemas.openxmlformats.org/officeDocument/2006/relationships/slide" Target="/ppt/slides/slide4.xml" Id="R9099aa44cf3941bd" /><Relationship Type="http://schemas.openxmlformats.org/officeDocument/2006/relationships/slide" Target="/ppt/slides/slide5.xml" Id="Re805222fbcb943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f9c5960a3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9ae75e56e494f" /><Relationship Type="http://schemas.openxmlformats.org/officeDocument/2006/relationships/notesMaster" Target="/ppt/notesMasters/notesMaster1.xml" Id="R1b0ecd4a23b74d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ea552d3464df7" /><Relationship Type="http://schemas.openxmlformats.org/officeDocument/2006/relationships/notesMaster" Target="/ppt/notesMasters/notesMaster1.xml" Id="Rfe79aa1c62c649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85d24466a3446f" /><Relationship Type="http://schemas.openxmlformats.org/officeDocument/2006/relationships/notesMaster" Target="/ppt/notesMasters/notesMaster1.xml" Id="R37b81de5e7c0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892c30529d453c" /><Relationship Type="http://schemas.openxmlformats.org/officeDocument/2006/relationships/notesMaster" Target="/ppt/notesMasters/notesMaster1.xml" Id="R1a4d15d7d5b644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9d80cdb8b94f8a" /><Relationship Type="http://schemas.openxmlformats.org/officeDocument/2006/relationships/notesMaster" Target="/ppt/notesMasters/notesMaster1.xml" Id="R945ca8c643e64c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Quethink membantu mahasiswa pemula belajar basis data melalui materi, visualisasi tabel, praktik SQL, bantuan AI, dan 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docs/00-PROJECT_OVERVIEW.md.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Halaman materi berfokus pada bacaan. PDF tersedia untuk diunduh, sedangkan video mendukung beberapa materi.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docs/04-CURRICULUM.md.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Materi menghubungkan konsep dengan latihan inti. Tabel, query, dan hasil tersusun vertikal pada aplikasi. Ilustrasi memperlihatkan contoh filter stok buku.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docs/03-LEARNING_SYSTEM.md, public/assets/quethink/query-filter.svg.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SQLab adalah playground opsional. AI SQLab membuat draf yang harus ditinjau sebelum diterapkan. Tutor AI memberikan bantuan kontekstual saat belajar dan tidak mengubah nilai.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docs/AGENTS.md, docs/05-AI_AGENT.md.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Pre-test bersifat diagnostik. Post-test menilai konsep dan SQL dengan skor dari server; AI tidak tersedia selama tes aktif. Mode tamu tidak menyimpan progres.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docs/03-LEARNING_SYSTEM.md, docs/10-DESIGN_SYSTEM.md.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d64f160d0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d0a3f0f5ac4718" /><Relationship Type="http://schemas.openxmlformats.org/officeDocument/2006/relationships/slideLayout" Target="/ppt/slideLayouts/slideLayout1.xml" Id="R8582ca25bbdc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2ca25bbdc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5e9df80a8416f" /><Relationship Type="http://schemas.openxmlformats.org/officeDocument/2006/relationships/image" Target="/ppt/media/image.png" Id="R384d0432650e443b" /><Relationship Type="http://schemas.openxmlformats.org/officeDocument/2006/relationships/hyperlink" Target="https://www.barlabs.my.id/app" TargetMode="External" Id="Rfb6e6d55cea44c50" /><Relationship Type="http://schemas.openxmlformats.org/officeDocument/2006/relationships/image" Target="/ppt/media/image2.png" Id="Rb94b1ebbdbb34a93" /><Relationship Type="http://schemas.openxmlformats.org/officeDocument/2006/relationships/notesSlide" Target="/ppt/notesSlides/notesSlide1.xml" Id="R0ec91a42478f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d27d84f664ff3" /><Relationship Type="http://schemas.openxmlformats.org/officeDocument/2006/relationships/image" Target="/ppt/media/image3.png" Id="R0746267858f5496a" /><Relationship Type="http://schemas.openxmlformats.org/officeDocument/2006/relationships/notesSlide" Target="/ppt/notesSlides/notesSlide2.xml" Id="Ra7d003d3312e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f051414f44140" /><Relationship Type="http://schemas.openxmlformats.org/officeDocument/2006/relationships/image" Target="/ppt/media/image4.png" Id="R9b6b2dd52da44793" /><Relationship Type="http://schemas.openxmlformats.org/officeDocument/2006/relationships/notesSlide" Target="/ppt/notesSlides/notesSlide3.xml" Id="R9c0ee8428dfe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c3738c66441f2" /><Relationship Type="http://schemas.openxmlformats.org/officeDocument/2006/relationships/image" Target="/ppt/media/image5.png" Id="R9fab04674ff442ba" /><Relationship Type="http://schemas.openxmlformats.org/officeDocument/2006/relationships/notesSlide" Target="/ppt/notesSlides/notesSlide4.xml" Id="R6538402d400548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5f734c6944efa" /><Relationship Type="http://schemas.openxmlformats.org/officeDocument/2006/relationships/image" Target="/ppt/media/image6.png" Id="R3e7b952778764567" /><Relationship Type="http://schemas.openxmlformats.org/officeDocument/2006/relationships/notesSlide" Target="/ppt/notesSlides/notesSlide5.xml" Id="R59e9980d062841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d0432650e443b"/>
          <a:stretch xmlns:a="http://schemas.openxmlformats.org/drawingml/2006/main"/>
        </p:blipFill>
        <p:spPr>
          <a:xfrm xmlns:a="http://schemas.openxmlformats.org/drawingml/2006/main">
            <a:off x="685800" y="6286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B3784C-FC1B-4599-9958-BC879F31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Quethink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DF4A80-7C4B-46C6-8041-536B5E33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Belajar basis data</a:t>
            </a:r>
          </a:p>
          <a:p xmlns:a="http://schemas.openxmlformats.org/drawingml/2006/main">
            <a:pPr>
              <a:defRPr sz="33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melalui visual dan query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FA1E98-9F79-48C5-A538-0F61036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Materi · Praktik SQL · Tutor AI · Tes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F9C6EC-17BA-46E5-AFDF-78C15040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F46E5"/>
                </a:solidFill>
                <a:latin typeface="Arial"/>
                <a:ea typeface="Arial"/>
                <a:cs typeface="Arial"/>
                <a:hlinkClick xmlns:r="http://schemas.openxmlformats.org/officeDocument/2006/relationships" r:id="Rfb6e6d55cea44c50"/>
              </a:rPr>
              <a:t>www.barlabs.my.id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b1ebbdbb34a93"/>
          <a:stretch xmlns:a="http://schemas.openxmlformats.org/drawingml/2006/main"/>
        </p:blipFill>
        <p:spPr>
          <a:xfrm xmlns:a="http://schemas.openxmlformats.org/drawingml/2006/main">
            <a:off x="8496300" y="2107883"/>
            <a:ext cx="2724150" cy="24517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54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">
            <a:extLst xmlns:a="http://schemas.openxmlformats.org/drawingml/2006/main">
              <a:ext uri="{FF2B5EF4-FFF2-40B4-BE49-F238E27FC236}">
                <a16:creationId xmlns:a16="http://schemas.microsoft.com/office/drawing/2014/main" id="{54BED2B1-BCEA-49FA-8EA5-69570603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Materi yang mudah dipelajari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BD4244C0-60EA-4A6A-924B-819E2EC6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1D4966FE-3655-4FF0-85DD-040EECB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Relasi → Read → Write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E61522E1-761D-4388-81A2-4195CCE8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03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11 materi dari bentuk data hingga query SQL.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50314D65-45CB-4E6D-B314-955D8D5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Baca dan unduh PDF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C7A5818E-730A-41BF-81C3-57255D8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03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Materi dapat dipelajari kembali kapan saja.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0EF39575-2317-452E-8E3A-3FB3170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Video pendamping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B8182D6B-320A-4E56-9D26-C1FB5781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3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Tersedia pada beberapa materi.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6267858f5496a"/>
          <a:stretch xmlns:a="http://schemas.openxmlformats.org/drawingml/2006/main"/>
        </p:blipFill>
        <p:spPr>
          <a:xfrm xmlns:a="http://schemas.openxmlformats.org/drawingml/2006/main">
            <a:off x="5257800" y="1825248"/>
            <a:ext cx="6248400" cy="4236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1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54F0E226-F361-4F8B-9B66-5C9C727D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Lab Materi: lihat, coba, pahami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F1A56D3E-DB9C-4576-B985-E82992F0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5805D2CD-A273-43C7-A6F8-0541F4D8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Visualisasi tabel dan relasi 2D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8FFBBBBE-AE12-4170-B63B-B73559B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Amati data, tulis query,</a:t>
            </a:r>
          </a:p>
          <a:p xmlns:a="http://schemas.openxmlformats.org/drawingml/2006/main">
            <a:pPr>
              <a:defRPr sz="270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lalu periksa hasilnya.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99C2822A-57DF-4356-8634-EEA31514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Latihan inti membantu menuntaskan materi</a:t>
            </a:r>
          </a:p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dan membuka langkah belajar berikutnya.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b2dd52da44793"/>
          <a:stretch xmlns:a="http://schemas.openxmlformats.org/drawingml/2006/main"/>
        </p:blipFill>
        <p:spPr>
          <a:xfrm xmlns:a="http://schemas.openxmlformats.org/drawingml/2006/main">
            <a:off x="7981950" y="1641277"/>
            <a:ext cx="3333750" cy="4375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8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46DFD056-1C1E-404C-A3C8-17F41713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SQLab dan Tutor AI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2C90C82D-5448-46BE-A46A-CD2409C9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9B90D8CF-C868-4EC7-9237-2276371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Ruang bebas untuk bereksperimen</a:t>
            </a:r>
          </a:p>
        </p:txBody>
      </p:sp>
      <p:sp>
        <p:nvSpPr>
          <p:cNvPr id="4" name="text-21">
            <a:extLst xmlns:a="http://schemas.openxmlformats.org/drawingml/2006/main">
              <a:ext uri="{FF2B5EF4-FFF2-40B4-BE49-F238E27FC236}">
                <a16:creationId xmlns:a16="http://schemas.microsoft.com/office/drawing/2014/main" id="{89AFE643-3E84-4FC0-9C13-9515085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52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Buat tabel, relasi, dan isi data.</a:t>
            </a:r>
          </a:p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Jalankan query pada database sendiri.</a:t>
            </a: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7D1DF01B-5B79-4DF5-98CB-11C7A884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Bantuan AI saat belajar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BE9EE153-7D28-44D5-861C-0458A94B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Minta petunjuk atau penjelasan query.</a:t>
            </a:r>
          </a:p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AI SQLab membantu membuat draf database.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b04674ff442ba"/>
          <a:stretch xmlns:a="http://schemas.openxmlformats.org/drawingml/2006/main"/>
        </p:blipFill>
        <p:spPr>
          <a:xfrm xmlns:a="http://schemas.openxmlformats.org/drawingml/2006/main">
            <a:off x="6686550" y="2376488"/>
            <a:ext cx="4819650" cy="2619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81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DF201961-25D0-459D-AE6E-2A578DF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Tes dan akses dari ponsel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4AB911C0-BDF6-42E6-A437-C96936B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B14F6CD2-C9C2-4B93-B0FC-6EEF16A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23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Pre-test dan post-test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5DADB832-695E-4F44-9317-70B6C78E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Kenali pemahaman awal dan uji hasil belajar.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0B60AB18-65A2-46AC-99B4-CC59E80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23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Belajar nyaman di mobile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A11A74B2-64EE-4103-A011-1E51758B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Navigasi bawah memudahkan berpindah fitur.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0796AD51-C1AC-405E-80C8-1B4BEA6C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23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Coba sebagai tamu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BC6E1AC4-80DC-493D-88DC-49FE21C0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Gunakan akun untuk menyimpan progres.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b952778764567"/>
          <a:stretch xmlns:a="http://schemas.openxmlformats.org/drawingml/2006/main"/>
        </p:blipFill>
        <p:spPr>
          <a:xfrm xmlns:a="http://schemas.openxmlformats.org/drawingml/2006/main">
            <a:off x="8405609" y="1524000"/>
            <a:ext cx="2200681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7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2026-10-07T14:30:22.6290000Z</dcterms:created>
  <dcterms:modified xsi:type="dcterms:W3CDTF">2026-10-07T14:30:22.6300000Z</dcterms:modified>
</coreProperties>
</file>