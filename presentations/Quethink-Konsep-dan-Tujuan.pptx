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4a12d270b6473e" /><Relationship Type="http://schemas.openxmlformats.org/officeDocument/2006/relationships/extended-properties" Target="/docProps/app.xml" Id="Rfd0872cb6ee142b3" /><Relationship Type="http://schemas.openxmlformats.org/officeDocument/2006/relationships/officeDocument" Target="/ppt/presentation.xml" Id="Rd388d1849d5a40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30b6d90d5448d8"/>
  </p:sldMasterIdLst>
  <p:notesMasterIdLst>
    <p:notesMasterId xmlns:r="http://schemas.openxmlformats.org/officeDocument/2006/relationships" r:id="R4e2c51e38f19419f"/>
  </p:notesMasterIdLst>
  <p:sldIdLst>
    <p:sldId xmlns:r="http://schemas.openxmlformats.org/officeDocument/2006/relationships" id="256" r:id="R14dec524181e4c41"/>
    <p:sldId xmlns:r="http://schemas.openxmlformats.org/officeDocument/2006/relationships" id="257" r:id="R19c038f9a5724cc4"/>
    <p:sldId xmlns:r="http://schemas.openxmlformats.org/officeDocument/2006/relationships" id="258" r:id="R7721cdea694d4fcf"/>
    <p:sldId xmlns:r="http://schemas.openxmlformats.org/officeDocument/2006/relationships" id="259" r:id="R8409f58ae68e402f"/>
    <p:sldId xmlns:r="http://schemas.openxmlformats.org/officeDocument/2006/relationships" id="260" r:id="Rb12478228c504d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0621362f1c49cd" /><Relationship Type="http://schemas.openxmlformats.org/officeDocument/2006/relationships/slideMaster" Target="/ppt/slideMasters/slideMaster1.xml" Id="R6730b6d90d5448d8" /><Relationship Type="http://schemas.openxmlformats.org/officeDocument/2006/relationships/notesMaster" Target="/ppt/notesMasters/notesMaster1.xml" Id="R4e2c51e38f19419f" /><Relationship Type="http://schemas.openxmlformats.org/officeDocument/2006/relationships/presProps" Target="/ppt/presProps.xml" Id="R68462599371a4bb0" /><Relationship Type="http://schemas.openxmlformats.org/officeDocument/2006/relationships/tableStyles" Target="/ppt/tableStyles.xml" Id="R974c4164df4c420e" /><Relationship Type="http://schemas.openxmlformats.org/officeDocument/2006/relationships/slide" Target="/ppt/slides/slide1.xml" Id="R14dec524181e4c41" /><Relationship Type="http://schemas.openxmlformats.org/officeDocument/2006/relationships/slide" Target="/ppt/slides/slide2.xml" Id="R19c038f9a5724cc4" /><Relationship Type="http://schemas.openxmlformats.org/officeDocument/2006/relationships/slide" Target="/ppt/slides/slide3.xml" Id="R7721cdea694d4fcf" /><Relationship Type="http://schemas.openxmlformats.org/officeDocument/2006/relationships/slide" Target="/ppt/slides/slide4.xml" Id="R8409f58ae68e402f" /><Relationship Type="http://schemas.openxmlformats.org/officeDocument/2006/relationships/slide" Target="/ppt/slides/slide5.xml" Id="Rb12478228c504d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2604045ccf4d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449a3c0783450c" /><Relationship Type="http://schemas.openxmlformats.org/officeDocument/2006/relationships/notesMaster" Target="/ppt/notesMasters/notesMaster1.xml" Id="R70e20dd7901c49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61d5f5eee24f76" /><Relationship Type="http://schemas.openxmlformats.org/officeDocument/2006/relationships/notesMaster" Target="/ppt/notesMasters/notesMaster1.xml" Id="Re47c3e7f585548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c87fdccfa0445e" /><Relationship Type="http://schemas.openxmlformats.org/officeDocument/2006/relationships/notesMaster" Target="/ppt/notesMasters/notesMaster1.xml" Id="Re571e844fe4745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7b25b041c14d1d" /><Relationship Type="http://schemas.openxmlformats.org/officeDocument/2006/relationships/notesMaster" Target="/ppt/notesMasters/notesMaster1.xml" Id="R56aa8b1ad05e4e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983c380a63443b" /><Relationship Type="http://schemas.openxmlformats.org/officeDocument/2006/relationships/notesMaster" Target="/ppt/notesMasters/notesMaster1.xml" Id="Rdb7df6a3ba5544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Apa itu Quethink? Platform pembelajaran basis data yang memadukan materi, praktik SQL, visualisasi 2D, Tutor AI, dan tes. Fokusnya memahami relasi dan pengaruh query terhadap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docs/01-PRD.md, docs/AGENTS.md. Screenshot menggunakan demo tamu dengan data sintetis, bukan data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Quethink dirancang untuk menghubungkan penjelasan konsep dengan pengalaman mencoba. Poin pada slide ini adalah alasan dan pendekatan desain, bukan klaim efektivitas yang sudah diukur.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docs/01-PRD.md, docs/03-LEARNING_SYSTEM.md. Screenshot menggunakan demo tamu dengan data sintetis, bukan data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 Awal bersifat diagnostik. Setiap materi dipelajari lalu diselesaikan melalui Lab inti untuk membuka langkah berikutnya. Tes Akhir menilai konsep dan SQL; kelulusan minimal 75. AI dinonaktifkan selama tes. SQLab merupakan playground opsional dan tidak menggantikan latihan inti.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docs/AGENTS.md, docs/03-LEARNING_SYSTEM.md. Screenshot menggunakan demo tamu dengan data sintetis, bukan data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Sasaran utamanya mahasiswa Informatika semester awal dengan pengalaman SQL yang masih terbatas. Akun menyimpan progres di cloud; tamu dapat mencoba fitur dan menyimpan progres secara lokal pada perangkat.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docs/01-PRD.md, docs/AGENTS.md. Screenshot menggunakan demo tamu dengan data sintetis, bukan data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Quethink adalah membangun pemahaman konsep, keterampilan SQL dasar, dan kebiasaan memeriksa hasil secara mandiri. Tujuan ini belum merupakan bukti peningkatan hasil belajar; efektivitas perlu diuji melalui penggunaan nyata.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docs/04-CURRICULUM.md, docs/01-PRD.md. Screenshot menggunakan demo tamu dengan data sintetis, bukan data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f69da193f45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dd5120bb1f4f4e" /><Relationship Type="http://schemas.openxmlformats.org/officeDocument/2006/relationships/slideLayout" Target="/ppt/slideLayouts/slideLayout1.xml" Id="R9c6caa35b39f4d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6caa35b39f4d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23a7c21164daa" /><Relationship Type="http://schemas.openxmlformats.org/officeDocument/2006/relationships/image" Target="/ppt/media/image.png" Id="Re309551ec1384c36" /><Relationship Type="http://schemas.openxmlformats.org/officeDocument/2006/relationships/image" Target="/ppt/media/image2.png" Id="Racbcec640c97444b" /><Relationship Type="http://schemas.openxmlformats.org/officeDocument/2006/relationships/notesSlide" Target="/ppt/notesSlides/notesSlide1.xml" Id="R155b84044c794a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f8662d5934c69" /><Relationship Type="http://schemas.openxmlformats.org/officeDocument/2006/relationships/image" Target="/ppt/media/image3.png" Id="Rd2fced36dc7c44ae" /><Relationship Type="http://schemas.openxmlformats.org/officeDocument/2006/relationships/notesSlide" Target="/ppt/notesSlides/notesSlide2.xml" Id="R98322eb5c08043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a6b4ef5174f52" /><Relationship Type="http://schemas.openxmlformats.org/officeDocument/2006/relationships/notesSlide" Target="/ppt/notesSlides/notesSlide3.xml" Id="Rd8c1979c573a45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86f9a397a4ca4" /><Relationship Type="http://schemas.openxmlformats.org/officeDocument/2006/relationships/image" Target="/ppt/media/image4.png" Id="Ra589dcd9cb79409f" /><Relationship Type="http://schemas.openxmlformats.org/officeDocument/2006/relationships/notesSlide" Target="/ppt/notesSlides/notesSlide4.xml" Id="R6cb3cf2455a04a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e8df1ff784cb7" /><Relationship Type="http://schemas.openxmlformats.org/officeDocument/2006/relationships/notesSlide" Target="/ppt/notesSlides/notesSlide5.xml" Id="R49df7ad7362f4b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9551ec1384c36"/>
          <a:stretch xmlns:a="http://schemas.openxmlformats.org/drawingml/2006/main"/>
        </p:blipFill>
        <p:spPr>
          <a:xfrm xmlns:a="http://schemas.openxmlformats.org/drawingml/2006/main">
            <a:off x="685800" y="6286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417312B-99DD-44A5-8AE3-DA58F400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33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Quethink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1A167C9-3DCE-4CA3-AF77-D31E75B5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Belajar basis data</a:t>
            </a:r>
          </a:p>
          <a:p xmlns:a="http://schemas.openxmlformats.org/drawingml/2006/main">
            <a:pPr>
              <a:defRPr sz="322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melalui query dan visualisasi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AF3DD0A-5BD8-47A9-8CDC-C43708DA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Platform belajar interaktif</a:t>
            </a:r>
          </a:p>
          <a:p xmlns:a="http://schemas.openxmlformats.org/drawingml/2006/main">
            <a:pPr>
              <a:defRPr sz="21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untuk mahasiswa pemula.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cec640c97444b"/>
          <a:stretch xmlns:a="http://schemas.openxmlformats.org/drawingml/2006/main"/>
        </p:blipFill>
        <p:spPr>
          <a:xfrm xmlns:a="http://schemas.openxmlformats.org/drawingml/2006/main">
            <a:off x="8620125" y="2269331"/>
            <a:ext cx="2619375" cy="23574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9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4">
            <a:extLst xmlns:a="http://schemas.openxmlformats.org/drawingml/2006/main">
              <a:ext uri="{FF2B5EF4-FFF2-40B4-BE49-F238E27FC236}">
                <a16:creationId xmlns:a16="http://schemas.microsoft.com/office/drawing/2014/main" id="{7DCF3204-664B-4828-97C0-F89AB9AF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Mengapa Quethink dibuat?</a:t>
            </a:r>
          </a:p>
        </p:txBody>
      </p:sp>
      <p:sp>
        <p:nvSpPr>
          <p:cNvPr id="2" name="text-5">
            <a:extLst xmlns:a="http://schemas.openxmlformats.org/drawingml/2006/main">
              <a:ext uri="{FF2B5EF4-FFF2-40B4-BE49-F238E27FC236}">
                <a16:creationId xmlns:a16="http://schemas.microsoft.com/office/drawing/2014/main" id="{759A81B0-741C-4D45-A354-D217CF27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6">
            <a:extLst xmlns:a="http://schemas.openxmlformats.org/drawingml/2006/main">
              <a:ext uri="{FF2B5EF4-FFF2-40B4-BE49-F238E27FC236}">
                <a16:creationId xmlns:a16="http://schemas.microsoft.com/office/drawing/2014/main" id="{B157924F-89F5-49CB-BB8C-3E65BC6E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Relasi perlu terlihat</a:t>
            </a:r>
          </a:p>
        </p:txBody>
      </p:sp>
      <p:sp>
        <p:nvSpPr>
          <p:cNvPr id="4" name="text-7">
            <a:extLst xmlns:a="http://schemas.openxmlformats.org/drawingml/2006/main">
              <a:ext uri="{FF2B5EF4-FFF2-40B4-BE49-F238E27FC236}">
                <a16:creationId xmlns:a16="http://schemas.microsoft.com/office/drawing/2014/main" id="{0797FF93-AFE1-4075-B49A-8388F18E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Tabel, kunci, dan hubungan antardata</a:t>
            </a:r>
          </a:p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lebih mudah diamati secara visual.</a:t>
            </a:r>
          </a:p>
        </p:txBody>
      </p:sp>
      <p:sp>
        <p:nvSpPr>
          <p:cNvPr id="5" name="text-8">
            <a:extLst xmlns:a="http://schemas.openxmlformats.org/drawingml/2006/main">
              <a:ext uri="{FF2B5EF4-FFF2-40B4-BE49-F238E27FC236}">
                <a16:creationId xmlns:a16="http://schemas.microsoft.com/office/drawing/2014/main" id="{BA3072B4-3662-4FC8-9020-B2B864CB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Query perlu dicoba</a:t>
            </a:r>
          </a:p>
        </p:txBody>
      </p:sp>
      <p:sp>
        <p:nvSpPr>
          <p:cNvPr id="6" name="text-9">
            <a:extLst xmlns:a="http://schemas.openxmlformats.org/drawingml/2006/main">
              <a:ext uri="{FF2B5EF4-FFF2-40B4-BE49-F238E27FC236}">
                <a16:creationId xmlns:a16="http://schemas.microsoft.com/office/drawing/2014/main" id="{D098AED0-09F0-4CC9-BF1C-D6AE9FD8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Mahasiswa dapat melihat hasil query</a:t>
            </a:r>
          </a:p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dan perubahan pada data sintetis.</a:t>
            </a:r>
          </a:p>
        </p:txBody>
      </p:sp>
      <p:sp>
        <p:nvSpPr>
          <p:cNvPr id="7" name="text-10">
            <a:extLst xmlns:a="http://schemas.openxmlformats.org/drawingml/2006/main">
              <a:ext uri="{FF2B5EF4-FFF2-40B4-BE49-F238E27FC236}">
                <a16:creationId xmlns:a16="http://schemas.microsoft.com/office/drawing/2014/main" id="{B68FD79D-666E-4234-8830-43961490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Belajar perlu terarah</a:t>
            </a:r>
          </a:p>
        </p:txBody>
      </p:sp>
      <p:sp>
        <p:nvSpPr>
          <p:cNvPr id="8" name="text-11">
            <a:extLst xmlns:a="http://schemas.openxmlformats.org/drawingml/2006/main">
              <a:ext uri="{FF2B5EF4-FFF2-40B4-BE49-F238E27FC236}">
                <a16:creationId xmlns:a16="http://schemas.microsoft.com/office/drawing/2014/main" id="{7601F008-6708-4E9E-B322-44D2033C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Materi, latihan inti, dan tes disusun</a:t>
            </a:r>
          </a:p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dalam alur yang jelas.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ced36dc7c44ae"/>
          <a:stretch xmlns:a="http://schemas.openxmlformats.org/drawingml/2006/main"/>
        </p:blipFill>
        <p:spPr>
          <a:xfrm xmlns:a="http://schemas.openxmlformats.org/drawingml/2006/main">
            <a:off x="8210550" y="3105626"/>
            <a:ext cx="3067050" cy="13801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82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2">
            <a:extLst xmlns:a="http://schemas.openxmlformats.org/drawingml/2006/main">
              <a:ext uri="{FF2B5EF4-FFF2-40B4-BE49-F238E27FC236}">
                <a16:creationId xmlns:a16="http://schemas.microsoft.com/office/drawing/2014/main" id="{9FDBB8AC-4D31-4AFE-92ED-84B1D329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Bagaimana cara belajarnya?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EEB39BC3-AA3E-45D1-B0DF-DA62FBA8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358F8582-FE44-4D52-9A1F-36974C12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C56A2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C56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5B236A27-8892-449C-8C64-CB43B8B8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Tes Awal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241C6ECC-337B-4B87-890F-44304B06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Kenali pemahaman awal.</a:t>
            </a:r>
          </a:p>
        </p:txBody>
      </p:sp>
      <p:sp>
        <p:nvSpPr>
          <p:cNvPr id="6" name="text-17">
            <a:extLst xmlns:a="http://schemas.openxmlformats.org/drawingml/2006/main">
              <a:ext uri="{FF2B5EF4-FFF2-40B4-BE49-F238E27FC236}">
                <a16:creationId xmlns:a16="http://schemas.microsoft.com/office/drawing/2014/main" id="{3286DE48-F91F-45F8-AA1D-7E68069E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002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C56A2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C56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18">
            <a:extLst xmlns:a="http://schemas.openxmlformats.org/drawingml/2006/main">
              <a:ext uri="{FF2B5EF4-FFF2-40B4-BE49-F238E27FC236}">
                <a16:creationId xmlns:a16="http://schemas.microsoft.com/office/drawing/2014/main" id="{D3A17F3D-3823-4558-9FC7-4927B23E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384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Materi</a:t>
            </a:r>
          </a:p>
        </p:txBody>
      </p:sp>
      <p:sp>
        <p:nvSpPr>
          <p:cNvPr id="8" name="text-19">
            <a:extLst xmlns:a="http://schemas.openxmlformats.org/drawingml/2006/main">
              <a:ext uri="{FF2B5EF4-FFF2-40B4-BE49-F238E27FC236}">
                <a16:creationId xmlns:a16="http://schemas.microsoft.com/office/drawing/2014/main" id="{D9678F5A-CB7B-4675-AE29-269547B3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433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Baca konsep; gunakan PDF</a:t>
            </a:r>
          </a:p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dan video pendamping.</a:t>
            </a:r>
          </a:p>
        </p:txBody>
      </p:sp>
      <p:sp>
        <p:nvSpPr>
          <p:cNvPr id="9" name="text-20">
            <a:extLst xmlns:a="http://schemas.openxmlformats.org/drawingml/2006/main">
              <a:ext uri="{FF2B5EF4-FFF2-40B4-BE49-F238E27FC236}">
                <a16:creationId xmlns:a16="http://schemas.microsoft.com/office/drawing/2014/main" id="{2A49B190-BDEB-4E8F-A44E-457FE28E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C56A2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C56A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21">
            <a:extLst xmlns:a="http://schemas.openxmlformats.org/drawingml/2006/main">
              <a:ext uri="{FF2B5EF4-FFF2-40B4-BE49-F238E27FC236}">
                <a16:creationId xmlns:a16="http://schemas.microsoft.com/office/drawing/2014/main" id="{C9B0B7CC-9279-40B1-9D69-59A85BD0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Lab inti</a:t>
            </a:r>
          </a:p>
        </p:txBody>
      </p:sp>
      <p:sp>
        <p:nvSpPr>
          <p:cNvPr id="11" name="text-22">
            <a:extLst xmlns:a="http://schemas.openxmlformats.org/drawingml/2006/main">
              <a:ext uri="{FF2B5EF4-FFF2-40B4-BE49-F238E27FC236}">
                <a16:creationId xmlns:a16="http://schemas.microsoft.com/office/drawing/2014/main" id="{75F24D9E-C470-4B3F-8A56-D5B20EE1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433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Coba query, amati hasil,</a:t>
            </a:r>
          </a:p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lalu tuntaskan latihan.</a:t>
            </a:r>
          </a:p>
        </p:txBody>
      </p:sp>
      <p:sp>
        <p:nvSpPr>
          <p:cNvPr id="12" name="text-23">
            <a:extLst xmlns:a="http://schemas.openxmlformats.org/drawingml/2006/main">
              <a:ext uri="{FF2B5EF4-FFF2-40B4-BE49-F238E27FC236}">
                <a16:creationId xmlns:a16="http://schemas.microsoft.com/office/drawing/2014/main" id="{56702610-D225-4B48-831A-94865AC7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002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C56A2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C56A2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text-24">
            <a:extLst xmlns:a="http://schemas.openxmlformats.org/drawingml/2006/main">
              <a:ext uri="{FF2B5EF4-FFF2-40B4-BE49-F238E27FC236}">
                <a16:creationId xmlns:a16="http://schemas.microsoft.com/office/drawing/2014/main" id="{0E6B2959-38C6-4D71-B900-299E9387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384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Tes Akhir</a:t>
            </a:r>
          </a:p>
        </p:txBody>
      </p:sp>
      <p:sp>
        <p:nvSpPr>
          <p:cNvPr id="14" name="text-25">
            <a:extLst xmlns:a="http://schemas.openxmlformats.org/drawingml/2006/main">
              <a:ext uri="{FF2B5EF4-FFF2-40B4-BE49-F238E27FC236}">
                <a16:creationId xmlns:a16="http://schemas.microsoft.com/office/drawing/2014/main" id="{32B02D3B-1B59-4F5D-AE42-98EFAEB2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433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Uji pemahaman konsep</a:t>
            </a:r>
          </a:p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dan kemampuan SQL.</a:t>
            </a:r>
          </a:p>
        </p:txBody>
      </p:sp>
      <p:sp>
        <p:nvSpPr>
          <p:cNvPr id="15" name="text-26">
            <a:extLst xmlns:a="http://schemas.openxmlformats.org/drawingml/2006/main">
              <a:ext uri="{FF2B5EF4-FFF2-40B4-BE49-F238E27FC236}">
                <a16:creationId xmlns:a16="http://schemas.microsoft.com/office/drawing/2014/main" id="{C863EF63-0A9C-41A4-B4B6-AFD92969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Materi + Lab inti diulang hingga seluruh materi selesai.</a:t>
            </a:r>
          </a:p>
        </p:txBody>
      </p:sp>
      <p:sp>
        <p:nvSpPr>
          <p:cNvPr id="16" name="text-27">
            <a:extLst xmlns:a="http://schemas.openxmlformats.org/drawingml/2006/main">
              <a:ext uri="{FF2B5EF4-FFF2-40B4-BE49-F238E27FC236}">
                <a16:creationId xmlns:a16="http://schemas.microsoft.com/office/drawing/2014/main" id="{06B45A7C-B4EF-4C86-A4CE-B6816B1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Pendamping: visualisasi 2D, Tutor AI, dan SQLab untuk eksplorasi.</a:t>
            </a:r>
          </a:p>
        </p:txBody>
      </p:sp>
    </p:spTree>
    <p:extLst>
      <p:ext uri="{BB962C8B-B14F-4D97-AF65-F5344CB8AC3E}">
        <p14:creationId xmlns:p14="http://schemas.microsoft.com/office/powerpoint/2010/main" val="996739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471FBDF4-3F6D-40E9-8F02-99DE7546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Target pengguna</a:t>
            </a:r>
          </a:p>
        </p:txBody>
      </p:sp>
      <p:sp>
        <p:nvSpPr>
          <p:cNvPr id="2" name="text-29">
            <a:extLst xmlns:a="http://schemas.openxmlformats.org/drawingml/2006/main">
              <a:ext uri="{FF2B5EF4-FFF2-40B4-BE49-F238E27FC236}">
                <a16:creationId xmlns:a16="http://schemas.microsoft.com/office/drawing/2014/main" id="{E6C1E249-7368-438A-8D40-65768813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-30">
            <a:extLst xmlns:a="http://schemas.openxmlformats.org/drawingml/2006/main">
              <a:ext uri="{FF2B5EF4-FFF2-40B4-BE49-F238E27FC236}">
                <a16:creationId xmlns:a16="http://schemas.microsoft.com/office/drawing/2014/main" id="{FCFF6998-1A9B-4F06-B61E-741546CE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286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Mahasiswa Informatika</a:t>
            </a:r>
          </a:p>
          <a:p xmlns:a="http://schemas.openxmlformats.org/drawingml/2006/main">
            <a:pPr>
              <a:defRPr sz="36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semester awal</a:t>
            </a:r>
          </a:p>
        </p:txBody>
      </p:sp>
      <p:sp>
        <p:nvSpPr>
          <p:cNvPr id="4" name="text-31">
            <a:extLst xmlns:a="http://schemas.openxmlformats.org/drawingml/2006/main">
              <a:ext uri="{FF2B5EF4-FFF2-40B4-BE49-F238E27FC236}">
                <a16:creationId xmlns:a16="http://schemas.microsoft.com/office/drawing/2014/main" id="{B6EDCD53-BCFD-4A81-AFE7-CAB353B6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Baru mengenal basis data dan SQL.</a:t>
            </a:r>
          </a:p>
        </p:txBody>
      </p:sp>
      <p:sp>
        <p:nvSpPr>
          <p:cNvPr id="5" name="text-32">
            <a:extLst xmlns:a="http://schemas.openxmlformats.org/drawingml/2006/main">
              <a:ext uri="{FF2B5EF4-FFF2-40B4-BE49-F238E27FC236}">
                <a16:creationId xmlns:a16="http://schemas.microsoft.com/office/drawing/2014/main" id="{4D469B96-A2A1-4879-835D-A11DBEFE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Belajar mandiri atau sebagai pendamping</a:t>
            </a:r>
          </a:p>
          <a:p xmlns:a="http://schemas.openxmlformats.org/drawingml/2006/main">
            <a:pPr>
              <a:defRPr sz="21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pembelajaran basis data di kelas.</a:t>
            </a:r>
          </a:p>
        </p:txBody>
      </p:sp>
      <p:sp>
        <p:nvSpPr>
          <p:cNvPr id="6" name="text-33">
            <a:extLst xmlns:a="http://schemas.openxmlformats.org/drawingml/2006/main">
              <a:ext uri="{FF2B5EF4-FFF2-40B4-BE49-F238E27FC236}">
                <a16:creationId xmlns:a16="http://schemas.microsoft.com/office/drawing/2014/main" id="{F086FE8A-5337-4A0C-8B8A-3D626B58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Dapat diakses melalui ponsel dan laptop.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9dcd9cb79409f"/>
          <a:stretch xmlns:a="http://schemas.openxmlformats.org/drawingml/2006/main"/>
        </p:blipFill>
        <p:spPr>
          <a:xfrm xmlns:a="http://schemas.openxmlformats.org/drawingml/2006/main">
            <a:off x="9058125" y="1657350"/>
            <a:ext cx="1800525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67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89E4DC0B-5107-4DCC-9DDD-8DDC2A79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Tujuan pembelajaran</a:t>
            </a:r>
          </a:p>
        </p:txBody>
      </p:sp>
      <p:sp>
        <p:nvSpPr>
          <p:cNvPr id="2" name="text-35">
            <a:extLst xmlns:a="http://schemas.openxmlformats.org/drawingml/2006/main">
              <a:ext uri="{FF2B5EF4-FFF2-40B4-BE49-F238E27FC236}">
                <a16:creationId xmlns:a16="http://schemas.microsoft.com/office/drawing/2014/main" id="{4861B963-F165-4A02-B00D-27D2F0E0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6042664E-45D8-40CF-AB5D-2A0B41FD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Memahami struktur dan relasi</a:t>
            </a:r>
          </a:p>
        </p:txBody>
      </p:sp>
      <p:sp>
        <p:nvSpPr>
          <p:cNvPr id="4" name="text-37">
            <a:extLst xmlns:a="http://schemas.openxmlformats.org/drawingml/2006/main">
              <a:ext uri="{FF2B5EF4-FFF2-40B4-BE49-F238E27FC236}">
                <a16:creationId xmlns:a16="http://schemas.microsoft.com/office/drawing/2014/main" id="{A09E1D7E-AA93-4902-B170-B4CBB7D4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Mengenali tabel, primary key, foreign key, dan hubungan data.</a:t>
            </a:r>
          </a:p>
        </p:txBody>
      </p:sp>
      <p:sp>
        <p:nvSpPr>
          <p:cNvPr id="5" name="text-38">
            <a:extLst xmlns:a="http://schemas.openxmlformats.org/drawingml/2006/main">
              <a:ext uri="{FF2B5EF4-FFF2-40B4-BE49-F238E27FC236}">
                <a16:creationId xmlns:a16="http://schemas.microsoft.com/office/drawing/2014/main" id="{53E23A4D-BA62-44A1-84FD-DE86CFE2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Menulis dan menjelaskan query</a:t>
            </a:r>
          </a:p>
        </p:txBody>
      </p:sp>
      <p:sp>
        <p:nvSpPr>
          <p:cNvPr id="6" name="text-39">
            <a:extLst xmlns:a="http://schemas.openxmlformats.org/drawingml/2006/main">
              <a:ext uri="{FF2B5EF4-FFF2-40B4-BE49-F238E27FC236}">
                <a16:creationId xmlns:a16="http://schemas.microsoft.com/office/drawing/2014/main" id="{1EE941A4-EADA-44B5-856A-3BA42B32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Membaca data, menggabungkan tabel, dan memahami hasilnya.</a:t>
            </a:r>
          </a:p>
        </p:txBody>
      </p:sp>
      <p:sp>
        <p:nvSpPr>
          <p:cNvPr id="7" name="text-40">
            <a:extLst xmlns:a="http://schemas.openxmlformats.org/drawingml/2006/main">
              <a:ext uri="{FF2B5EF4-FFF2-40B4-BE49-F238E27FC236}">
                <a16:creationId xmlns:a16="http://schemas.microsoft.com/office/drawing/2014/main" id="{47D99D2C-73E1-4FE8-942B-2C0CC7FA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23D"/>
                </a:solidFill>
                <a:latin typeface="Arial"/>
                <a:ea typeface="Arial"/>
                <a:cs typeface="Arial"/>
              </a:rPr>
              <a:t>Mengubah data secara aman</a:t>
            </a:r>
          </a:p>
        </p:txBody>
      </p:sp>
      <p:sp>
        <p:nvSpPr>
          <p:cNvPr id="8" name="text-41">
            <a:extLst xmlns:a="http://schemas.openxmlformats.org/drawingml/2006/main">
              <a:ext uri="{FF2B5EF4-FFF2-40B4-BE49-F238E27FC236}">
                <a16:creationId xmlns:a16="http://schemas.microsoft.com/office/drawing/2014/main" id="{1DB10B31-77EE-4015-89F0-FA3FC1A1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5E78"/>
                </a:solidFill>
                <a:latin typeface="Arial"/>
                <a:ea typeface="Arial"/>
                <a:cs typeface="Arial"/>
              </a:rPr>
              <a:t>Memeriksa target sebelum INSERT, UPDATE, atau DELETE.</a:t>
            </a:r>
          </a:p>
        </p:txBody>
      </p:sp>
      <p:sp>
        <p:nvSpPr>
          <p:cNvPr id="9" name="text-42">
            <a:extLst xmlns:a="http://schemas.openxmlformats.org/drawingml/2006/main">
              <a:ext uri="{FF2B5EF4-FFF2-40B4-BE49-F238E27FC236}">
                <a16:creationId xmlns:a16="http://schemas.microsoft.com/office/drawing/2014/main" id="{D1528535-0258-42E2-A862-8CAF1392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Pemahaman diuji melalui latihan inti dan Tes Akhir.</a:t>
            </a:r>
          </a:p>
        </p:txBody>
      </p:sp>
    </p:spTree>
    <p:extLst>
      <p:ext uri="{BB962C8B-B14F-4D97-AF65-F5344CB8AC3E}">
        <p14:creationId xmlns:p14="http://schemas.microsoft.com/office/powerpoint/2010/main" val="316451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2026-10-08T03:10:22.6480000Z</dcterms:created>
  <dcterms:modified xsi:type="dcterms:W3CDTF">2026-10-08T03:10:22.6480000Z</dcterms:modified>
</coreProperties>
</file>